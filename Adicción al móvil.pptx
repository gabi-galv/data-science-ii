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conomica-italic.fntdata"/><Relationship Id="rId6" Type="http://schemas.openxmlformats.org/officeDocument/2006/relationships/slide" Target="slides/slide1.xml"/><Relationship Id="rId18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e415c29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e415c29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e415c29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e415c29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e415c2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e415c2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e415c29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e415c29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e415c29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e415c29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9e415c29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9e415c29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e415c29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e415c29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e415c296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e415c296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9e415c296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9e415c296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9e415c296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9e415c296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Adicción al móvil en jóvenes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Estudio de la problemática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Índice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Contexto y audiencia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Hipótesis/Preguntas de Interés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Análisis exploratorio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Insights y recomendaciones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0"/>
            <a:ext cx="8520600" cy="7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Contexto y audiencia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724200"/>
            <a:ext cx="8520600" cy="3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s-419"/>
              <a:t>Contexto:</a:t>
            </a:r>
            <a:r>
              <a:rPr lang="es-419"/>
              <a:t> Es de público conocimiento que el uso del móvil en exceso está generando todo tipo de consecuencias en los jóvenes, quienes son los mayores consumidores de este artefacto. </a:t>
            </a:r>
            <a:r>
              <a:rPr lang="es-419"/>
              <a:t>La adicción al móvil en jóvenes es una problemática con graves consecuencias, incluyendo problemas de salud mental como ansiedad y depresión, deterioro del rendimiento académico y aislamiento social. Además, puede causar problemas de sueño, dificultades de concentración y problemas físicos como fatiga visual y postural. La necesidad de estar constantemente conectados también puede afectar negativamente las habilidades sociales cara a cara. El objetivo de este análisis será entender la relación existente entre todas estas consecuencias y el mayor o menor uso del teléfono móvil.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s-419"/>
              <a:t>Audiencia: </a:t>
            </a:r>
            <a:r>
              <a:rPr lang="es-419"/>
              <a:t>Puede ser interesante para sectores de la educación que trabajen con jóvenes, por ejemplo, colegios secundarios, y profesionales o instituciones de salud mental como ser psicólogos, pedagogos, sociólogos, etc.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s-419"/>
              <a:t>Limitaciones: </a:t>
            </a:r>
            <a:r>
              <a:rPr lang="es-419"/>
              <a:t>los datos se obtuvieron de una encuesta realizada a jóvenes de entre 13 y 19 años, por lo que la información depende de la propia percepción respecto a ciertos indicadores. Puede afectar el resultado final del análisis.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Preguntas de Interés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Qué tiempo pasan los jóvenes en pantalla según edad?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Qué uso le dan al móvil?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Consumen más redes sociales, videojuegos o contenido educativo?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Qué red social es la que más usan?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Cómo les afecta a nivel emocional?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Cómo les afecta a nivel académico?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0" y="539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tiempo pasan los jóvenes en pantalla según edad?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885275"/>
            <a:ext cx="5478924" cy="409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5950800" y="968600"/>
            <a:ext cx="2826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gráfico nos muestra que prácticamente no hay diferencia en el uso promedio por edad. Prácticamente los jóvenes utilizan el móvil en cantidades similares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uso le dan al móvil?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931225" y="1225225"/>
            <a:ext cx="3901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Distinguimos 5 categorías de uso del móvil: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s-419"/>
              <a:t>Browsing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-419"/>
              <a:t>Educativo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-419"/>
              <a:t>Redes sociales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-419"/>
              <a:t>Gaming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-419"/>
              <a:t>Otras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25" y="1225225"/>
            <a:ext cx="4061595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52400" y="75625"/>
            <a:ext cx="8520600" cy="6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980"/>
              <a:t>Consumen </a:t>
            </a:r>
            <a:r>
              <a:rPr lang="es-419" sz="2980"/>
              <a:t>más</a:t>
            </a:r>
            <a:r>
              <a:rPr lang="es-419" sz="2980"/>
              <a:t> redes sociales, Videojuegos o contenido educativo?</a:t>
            </a:r>
            <a:endParaRPr sz="298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6188700" y="754225"/>
            <a:ext cx="2576400" cy="4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observa en el gráfico que los jóvenes invierten </a:t>
            </a:r>
            <a:r>
              <a:rPr lang="es-419"/>
              <a:t>más</a:t>
            </a:r>
            <a:r>
              <a:rPr lang="es-419"/>
              <a:t> tiempo en redes sociales en primer lugar, luego en </a:t>
            </a:r>
            <a:r>
              <a:rPr lang="es-419"/>
              <a:t>videojuegos</a:t>
            </a:r>
            <a:r>
              <a:rPr lang="es-419"/>
              <a:t> y por último en contenido educativo.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6026"/>
            <a:ext cx="5790099" cy="41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red social es la que más usan?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6229025" y="1225225"/>
            <a:ext cx="260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observa que hay una mayor preferencia por la red social TikTok en promedio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5"/>
            <a:ext cx="5732720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les afecta a nivel emocional?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5276500" y="1279950"/>
            <a:ext cx="321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En una escala del 0 al 10, los encuestados en promedio manifestaron valores de ansiedad, depresión y baja autoestima por encima de la mediana. No hay predominancia de un factor sobre otro por lo que podemos definir que el uso del móvil genera impacto en los 3 aspectos por igual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0" y="1147225"/>
            <a:ext cx="4600251" cy="36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les afecta a nivel académico?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6086150" y="1225225"/>
            <a:ext cx="274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observa que a mayor tiempo de uso la influencia en lo académico va aumentando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25" y="1147225"/>
            <a:ext cx="4997799" cy="31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Insights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109300" y="831300"/>
            <a:ext cx="85206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En promedio los jóvenes utilizan el móvil bastante y no se distinguen mayores o menores tiempos de uso por edades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El uso es variado tanto en contenido vacío como en contenido educativo, con cierta predominancia en redes sociales y videojuegos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red social más popular es TikTok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El uso del móvil aumenta los niveles de ansiedad, depresión y baja autoestima, a priori los lleva a un nivel intermedio. Quizás esto indique la normalización de ese estado emocional y no alerte a los jóvenes, sin embargo, </a:t>
            </a:r>
            <a:r>
              <a:rPr lang="es-419"/>
              <a:t>sí</a:t>
            </a:r>
            <a:r>
              <a:rPr lang="es-419"/>
              <a:t> es notorio.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influencia negativa en lo académico es mayor a mayor tiempo de uso</a:t>
            </a:r>
            <a:endParaRPr/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0" y="24860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Recomendaciones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109300" y="3186350"/>
            <a:ext cx="85206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Siempre será mejor el uso consciente y racionado del móvil en todos los aspectos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</a:t>
            </a:r>
            <a:r>
              <a:rPr lang="es-419"/>
              <a:t>stablecer límites claros de uso, como horarios y zonas libres de tecnología, y fomentar actividades alternativas que no involucren pantallas para mantener la salud tanto física como mental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